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4C9A6A">
              <a:alpha val="30000"/>
            </a:srgbClr>
          </a:solidFill>
          <a:ln w="12700">
            <a:solidFill>
              <a:srgbClr val="4C9A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47472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SPRINT 4 · DMART BI TEAM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DMart Sales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Analytics</a:t>
            </a:r>
            <a:endParaRPr lang="en-US" sz="3600" dirty="0"/>
          </a:p>
          <a:p>
            <a:pPr indent="0" marL="0">
              <a:buNone/>
            </a:pPr>
            <a:r>
              <a:rPr lang="en-US" sz="2200" dirty="0">
                <a:solidFill>
                  <a:srgbClr val="A7F3D0"/>
                </a:solidFill>
              </a:rPr>
              <a:t>Data Cleaning &amp;</a:t>
            </a:r>
            <a:endParaRPr lang="en-US" sz="3600" dirty="0"/>
          </a:p>
          <a:p>
            <a:pPr indent="0" marL="0">
              <a:buNone/>
            </a:pPr>
            <a:r>
              <a:rPr lang="en-US" sz="2200" dirty="0">
                <a:solidFill>
                  <a:srgbClr val="A7F3D0"/>
                </a:solidFill>
              </a:rPr>
              <a:t>VLOOKUP Enrichment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Building a clean, enriched Sales dataset by fixing data quality issues and fetching Product Master attributes using VLOOKUP.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Quality Fixes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18211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2C6E49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182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VLOOKUP / XLOOKUP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712464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4C9A6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712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Master Join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Made with DMart BI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</a:rPr>
              <a:t>BUSINESS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Management Needs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4731"/>
                </a:solidFill>
              </a:rPr>
              <a:t>The Problem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The sales transaction dataset received from stores contains multiple data quality issues that must be resolved before any meaningful analysis can be done.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Additionally, the Product Master information — including product names, categories, brands, and unit types — is maintained in a separate Excel sheet and needs to be joined.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Issues Identified in Raw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Missing product names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606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↕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Inconsistent category names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6118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611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␣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Extra spaces in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6002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⊡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Duplicate entries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606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2606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Aa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Incorrect text formatting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36118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3611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?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Product IDs without descriptions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457200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1A473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Your Task: Clean the data &amp; fetch Product Master attributes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DATA QUALITY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Data Issues in Sales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27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=ISBLANK(B2)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Product Name column has empty cells. Use ISBLANK() to flag, then fill via VLOOKUP.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Inconsistent Categories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1527048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527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=TRIM(PROPER(C2))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55848" y="1847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Category names like 'electronics', 'ELECTRONICS', ' Electronics ' all mean the same thing.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Extra Spaces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0216" y="1527048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527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=TRIM(B2)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0216" y="184708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Leading, trailing, or double spaces in Product Name and Category break lookups.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</a:rPr>
              <a:t>Duplicate Entries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=COUNTIF(A:A,A2)&gt;1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Same Order ID appearing more than once inflates revenue totals.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953512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Wrong Text Case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55848" y="342900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=PROPER(B2)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37490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Use UPPER/LOWER/PROPER to standardize text before any VLOOKUP or analysis.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2953512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0216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Missing Descriptions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0216" y="342900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00216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=IFERROR(VLOOKUP(...),"N/A")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374904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Product IDs exist in sales data but no matching row in Product Master.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</a:rPr>
              <a:t>TEXT CLEANING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Clean &amp; Standardize Before Lookups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24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TRIM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53896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53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=TRIM(B2)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1247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"  Milk  " → "Milk"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46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Remove leading, trailing &amp; extra spaces from Product Name before VLOOKUP.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124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PROPER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453896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453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=PROPER(C2)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1247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"GROCERY" → "Grocery"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746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Standardize category text to Title Case for consistent matching.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UPPER / LOWER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275234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=UPPER(D2)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24231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"sugar" → "SUGAR"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Force uniform casing in Brand or Category before comparison.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350008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SUBSTITUTE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275234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=SUBSTITUTE(B2," ","_")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4231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"Home Care" → "Home_Care"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Replace spaces in Product IDs or codes to fix join keys.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48456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721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LEN + TRIM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4050792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0507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=LEN(TRIM(B2))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Counts real characters after cleaning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4343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Detect if a cell still has hidden chars after TRIM.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648456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3721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EXACT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83480" y="4050792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1A4731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0507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=EXACT(A2,B2)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→ TRUE / FALSE (case-sensitive)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4343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Verify cleaned value exactly matches Product Master key.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CCFBF1"/>
                </a:solidFill>
              </a:rPr>
              <a:t>PRODUCT MASTER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Fetching Attributes with VLOOKUP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Product Master Sheet Structure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89888"/>
          <a:ext cx="41148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key (join column)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Product_Name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product 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Standardized 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Manufacturer / brand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Unit_Type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Piece / Kg / Litre / Pack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</a:rPr>
              <a:t>VLOOKUP Formula Anatomy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8988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A4731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389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=VLOOKUP(A2, ProductMaster!A:E, 2, FALSE)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084832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084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6480" y="2084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</a:rPr>
              <a:t>Lookup Value  </a:t>
            </a:r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Product_ID in sales sheet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2615184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26151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ProductMaster!A:E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26480" y="26151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</a:rPr>
              <a:t>Table Array  </a:t>
            </a:r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Full Product Master range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314553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31455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26480" y="31455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</a:rPr>
              <a:t>Col Index  </a:t>
            </a:r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Column to return (2 = Name)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3675888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54880" y="36758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6480" y="36758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731"/>
                </a:solidFill>
              </a:rPr>
              <a:t>Match Type  </a:t>
            </a:r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Exact match required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22452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BEB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Best Practice: Wrap VLOOKUP in IFERROR to handle missing Product IDs gracefully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4544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4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=IFERROR(VLOOKUP(A2, ProductMaster!A:E, 2, FALSE), "Product Not Found")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</a:rPr>
              <a:t>LOOKUP FUNCTIONS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VLOOKUP vs XLOOKUP vs INDEX-MATCH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</a:rPr>
              <a:t>VLOOKUP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Works in all Excel versions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Column must be to the RIGHT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Column index can break on insert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Slightly slower on large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379476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=VLOOKUP(A2, PM!A:E, 2, FALSE)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1024128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0972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C6E49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4992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49"/>
                </a:solidFill>
              </a:rPr>
              <a:t>XLOOKUP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1920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Available in Excel 365 / 2021+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3774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Lookup column can be ANYWHERE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834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Returns range, not column index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3291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Handles errors natively (if_not_found)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9272" y="37947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79476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=XLOOKUP(A2, PM!A:A, PM!B:B)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27064" y="1024128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64224" y="10972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Flexible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64224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INDEX-MATCH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64224" y="1920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Works in all Excel versions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23774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Any direction, any column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64224" y="2834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Faster on very large datasets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64224" y="3291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</a:rPr>
              <a:t>Combine for multi-criteria lookup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18504" y="37947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3794760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=INDEX(PM!B:B,MATCH(A2,PM!A:A,0))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DATA ENRICHMENT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Fetch These 4 Attributes into Sales Sheet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📦  Product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16128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Col 2 in Master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388620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45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=IFERROR(VLOOKUP(A2, ProductMaster!A:E, 2, FALSE), "Unknown")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Replaces blank or numeric Product IDs with full readable product descriptions.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</a:rPr>
              <a:t>🏷  Category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116128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2C6E49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Col 3 in Master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92040" y="1545336"/>
            <a:ext cx="388620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545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=IFERROR(VLOOKUP(A2, ProductMaster!A:E, 3, FALSE), "Uncategorised")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Ensures consistent category labels (Electronics, Grocery, etc.) for grouping &amp; pivots.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⭐  Brand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08152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081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Col 4 in Master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465576"/>
            <a:ext cx="388620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465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=IFERROR(VLOOKUP(A2, ProductMaster!A:E, 4, FALSE), "No Brand")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Brand-level aggregation lets management compare brand performance across stores.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D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2CE"/>
                </a:solidFill>
              </a:rPr>
              <a:t>📏  Unit Type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80960" y="308152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7E22CE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30815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Col 5 in Master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3465576"/>
            <a:ext cx="388620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65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=IFERROR(VLOOKUP(A2, ProductMaster!A:E, 5, FALSE), "N/A")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92040" y="379476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Piece / Kg / Litre / Pack classification needed for quantity-based calculations.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7F3D0"/>
                </a:solidFill>
              </a:rPr>
              <a:t>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Step-by-Step: Clean → Enrich → Validate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16152"/>
            <a:ext cx="502920" cy="50292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</a:rPr>
              <a:t>Remove 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Data tab → Remove Duplicates on Order_ID column. Log count before and after.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1615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TRIM All Text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270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Add helper columns with =TRIM() on Product_ID, Category. Copy → Paste as Values.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14600"/>
            <a:ext cx="502920" cy="50292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</a:rPr>
              <a:t>Standardize Category Case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=PROPER(TRIM(C2)) to normalize all category labels. Replace original column.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51460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Flag Blank Product Names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8254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=IF(ISBLANK(B2), "MISSING", B2) to mark rows needing VLOOKUP enrichment.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48456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813048"/>
            <a:ext cx="502920" cy="502920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</a:rPr>
              <a:t>VLOOKUP Product Master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1239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Add 4 new columns: Product_Name, Category, Brand, Unit_Type using VLOOKUP with IFERROR.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813048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Validate with COUNTIF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1239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=COUNTIF(H:H,"Product Not Found") — count failed lookups. Fix Product Master gaps.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EE2E2"/>
                </a:solidFill>
              </a:rPr>
              <a:t>ERROR HANDLING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Handle VLOOKUP Errors Gracefully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What Can Go Wrong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21792"/>
          </a:xfrm>
          <a:prstGeom prst="roundRect">
            <a:avLst>
              <a:gd name="adj" fmla="val 1029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361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#N/A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1801368"/>
            <a:ext cx="0" cy="22860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5361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Product ID not found in Product Master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023360" cy="621792"/>
          </a:xfrm>
          <a:prstGeom prst="roundRect">
            <a:avLst>
              <a:gd name="adj" fmla="val 1029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2860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#REF!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2551176"/>
            <a:ext cx="0" cy="22860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28600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Column index exceeds Master table width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4023360" cy="621792"/>
          </a:xfrm>
          <a:prstGeom prst="roundRect">
            <a:avLst>
              <a:gd name="adj" fmla="val 1029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358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#VALUE!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300984"/>
            <a:ext cx="0" cy="22860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0358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Mixed data types in lookup column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58184"/>
            <a:ext cx="4023360" cy="621792"/>
          </a:xfrm>
          <a:prstGeom prst="roundRect">
            <a:avLst>
              <a:gd name="adj" fmla="val 1029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7856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Match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4050792"/>
            <a:ext cx="0" cy="22860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7856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</a:rPr>
              <a:t>Extra space or different case in 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</a:rPr>
              <a:t>Fixes &amp; Best Practices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IFERROR Wrapper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847088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=IFERROR(VLOOKUP(...),"Not Found")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5146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TRIM before VLOOKUP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852928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852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=VLOOKUP(TRIM(A2), ProductMaster!A:E, 2, FALSE)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</a:rPr>
              <a:t>ISERROR Check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858768"/>
            <a:ext cx="3931920" cy="274320"/>
          </a:xfrm>
          <a:prstGeom prst="roundRect">
            <a:avLst>
              <a:gd name="adj" fmla="val 13333"/>
            </a:avLst>
          </a:prstGeom>
          <a:solidFill>
            <a:srgbClr val="1A4731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=IF(ISERROR(VLOOKUP(...)),"FLAG","OK")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2C6E49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 Tip: After VLOOKUP, run =COUNTIF(H:H,"Not Found") to audit how many records couldn't be matched — then fix Product Master.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6E49">
              <a:alpha val="40000"/>
            </a:srgbClr>
          </a:solidFill>
          <a:ln w="12700">
            <a:solidFill>
              <a:srgbClr val="2C6E4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SPRINT 4 SUMMARY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1E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527048"/>
            <a:ext cx="475488" cy="475488"/>
          </a:xfrm>
          <a:prstGeom prst="ellipse">
            <a:avLst/>
          </a:prstGeom>
          <a:solidFill>
            <a:srgbClr val="A7F3D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990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Identify Data Quality Issues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 ISBLANK, COUNTIF, and visual inspection to spot missing values, duplicates, and inconsistent text before any analysis.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1E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697480"/>
            <a:ext cx="475488" cy="475488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5694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Clean Text Systematically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3522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Always run TRIM + PROPER/UPPER before VLOOKUP. Dirty keys are the #1 cause of failed lookups.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66674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1E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86791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739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Join Product Master with VLOOKUP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105656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Fetch Product Name, Category, Brand, and Unit Type using VLOOKUP/XLOOKUP with IFERROR wrapping.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1E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527048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13990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Validate After Enrichment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176479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Count "Not Found" results, audit failed matches, and update Product Master to ensure 100% data completeness.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49631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1E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56048" y="269748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5694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Document &amp; Audit the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93522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 FORMULATEXT on key cells, name your ranges, and add a validation summary tab for stakeholder review.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</a:rPr>
              <a:t>DMart BI Team · Sprint 4 · Data Cleaning &amp; VLOOKUP Enrichment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Sales Analytics - Sprint 4</dc:title>
  <dc:subject>PptxGenJS Presentation</dc:subject>
  <dc:creator>DMart BI Team</dc:creator>
  <cp:lastModifiedBy>DMart BI Team</cp:lastModifiedBy>
  <cp:revision>1</cp:revision>
  <dcterms:created xsi:type="dcterms:W3CDTF">2026-06-16T03:18:50Z</dcterms:created>
  <dcterms:modified xsi:type="dcterms:W3CDTF">2026-06-16T03:18:50Z</dcterms:modified>
</cp:coreProperties>
</file>